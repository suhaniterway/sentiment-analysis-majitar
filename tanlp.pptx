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6" r:id="rId3"/>
    <p:sldId id="336" r:id="rId4"/>
    <p:sldId id="328" r:id="rId5"/>
    <p:sldId id="326" r:id="rId6"/>
    <p:sldId id="337" r:id="rId7"/>
    <p:sldId id="338" r:id="rId8"/>
    <p:sldId id="339" r:id="rId9"/>
    <p:sldId id="340" r:id="rId10"/>
    <p:sldId id="343" r:id="rId11"/>
    <p:sldId id="344" r:id="rId12"/>
    <p:sldId id="341" r:id="rId13"/>
    <p:sldId id="34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2A3F0A-53C8-4951-82ED-9255C6241D75}" v="14" dt="2026-01-23T19:30:13.006"/>
  </p1510:revLst>
</p1510:revInfo>
</file>

<file path=ppt/tableStyles.xml><?xml version="1.0" encoding="utf-8"?>
<a:tblStyleLst xmlns:a="http://schemas.openxmlformats.org/drawingml/2006/main" def="{5C22544A-7EE6-4342-B048-85BDC9FD1C3A}"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ksha singh" userId="62f62498ae0e14e0" providerId="LiveId" clId="{729E4F4E-D812-429E-A247-04A540CBB4CE}"/>
    <pc:docChg chg="custSel addSld modSld">
      <pc:chgData name="samiksha singh" userId="62f62498ae0e14e0" providerId="LiveId" clId="{729E4F4E-D812-429E-A247-04A540CBB4CE}" dt="2026-01-23T19:31:36.568" v="1298" actId="20577"/>
      <pc:docMkLst>
        <pc:docMk/>
      </pc:docMkLst>
      <pc:sldChg chg="modSp mod">
        <pc:chgData name="samiksha singh" userId="62f62498ae0e14e0" providerId="LiveId" clId="{729E4F4E-D812-429E-A247-04A540CBB4CE}" dt="2026-01-23T19:24:05.597" v="1208" actId="20577"/>
        <pc:sldMkLst>
          <pc:docMk/>
          <pc:sldMk cId="594729280" sldId="265"/>
        </pc:sldMkLst>
        <pc:spChg chg="mod">
          <ac:chgData name="samiksha singh" userId="62f62498ae0e14e0" providerId="LiveId" clId="{729E4F4E-D812-429E-A247-04A540CBB4CE}" dt="2026-01-23T19:20:03.916" v="1033" actId="20577"/>
          <ac:spMkLst>
            <pc:docMk/>
            <pc:sldMk cId="594729280" sldId="265"/>
            <ac:spMk id="3" creationId="{7A6CE8F2-0EA9-FF27-0AFC-3D38459BCCC8}"/>
          </ac:spMkLst>
        </pc:spChg>
        <pc:spChg chg="mod">
          <ac:chgData name="samiksha singh" userId="62f62498ae0e14e0" providerId="LiveId" clId="{729E4F4E-D812-429E-A247-04A540CBB4CE}" dt="2026-01-23T19:23:56.392" v="1202" actId="20577"/>
          <ac:spMkLst>
            <pc:docMk/>
            <pc:sldMk cId="594729280" sldId="265"/>
            <ac:spMk id="13" creationId="{722494F8-9268-3280-81F6-FDE4CF302B34}"/>
          </ac:spMkLst>
        </pc:spChg>
        <pc:spChg chg="mod">
          <ac:chgData name="samiksha singh" userId="62f62498ae0e14e0" providerId="LiveId" clId="{729E4F4E-D812-429E-A247-04A540CBB4CE}" dt="2026-01-23T19:24:05.597" v="1208" actId="20577"/>
          <ac:spMkLst>
            <pc:docMk/>
            <pc:sldMk cId="594729280" sldId="265"/>
            <ac:spMk id="21" creationId="{52FB7C4A-CA49-7A22-33E7-9011F27FBE6B}"/>
          </ac:spMkLst>
        </pc:spChg>
        <pc:graphicFrameChg chg="modGraphic">
          <ac:chgData name="samiksha singh" userId="62f62498ae0e14e0" providerId="LiveId" clId="{729E4F4E-D812-429E-A247-04A540CBB4CE}" dt="2026-01-23T19:17:35.270" v="938" actId="207"/>
          <ac:graphicFrameMkLst>
            <pc:docMk/>
            <pc:sldMk cId="594729280" sldId="265"/>
            <ac:graphicFrameMk id="20" creationId="{BC27C8A1-D6DD-A801-102A-FB69AFDB1B99}"/>
          </ac:graphicFrameMkLst>
        </pc:graphicFrameChg>
      </pc:sldChg>
      <pc:sldChg chg="modSp mod">
        <pc:chgData name="samiksha singh" userId="62f62498ae0e14e0" providerId="LiveId" clId="{729E4F4E-D812-429E-A247-04A540CBB4CE}" dt="2026-01-23T19:25:13.262" v="1225" actId="20577"/>
        <pc:sldMkLst>
          <pc:docMk/>
          <pc:sldMk cId="812046367" sldId="266"/>
        </pc:sldMkLst>
        <pc:spChg chg="mod">
          <ac:chgData name="samiksha singh" userId="62f62498ae0e14e0" providerId="LiveId" clId="{729E4F4E-D812-429E-A247-04A540CBB4CE}" dt="2026-01-23T19:19:10.211" v="959" actId="20577"/>
          <ac:spMkLst>
            <pc:docMk/>
            <pc:sldMk cId="812046367" sldId="266"/>
            <ac:spMk id="5" creationId="{6110CA1D-813B-99EA-3E2D-1ED9CCF571A7}"/>
          </ac:spMkLst>
        </pc:spChg>
        <pc:graphicFrameChg chg="modGraphic">
          <ac:chgData name="samiksha singh" userId="62f62498ae0e14e0" providerId="LiveId" clId="{729E4F4E-D812-429E-A247-04A540CBB4CE}" dt="2026-01-23T19:25:13.262" v="1225" actId="20577"/>
          <ac:graphicFrameMkLst>
            <pc:docMk/>
            <pc:sldMk cId="812046367" sldId="266"/>
            <ac:graphicFrameMk id="2" creationId="{FCD19F9D-7363-4B52-0925-2A8B553F3B79}"/>
          </ac:graphicFrameMkLst>
        </pc:graphicFrameChg>
      </pc:sldChg>
      <pc:sldChg chg="modSp mod">
        <pc:chgData name="samiksha singh" userId="62f62498ae0e14e0" providerId="LiveId" clId="{729E4F4E-D812-429E-A247-04A540CBB4CE}" dt="2026-01-23T19:19:29.670" v="984" actId="20577"/>
        <pc:sldMkLst>
          <pc:docMk/>
          <pc:sldMk cId="372944819" sldId="267"/>
        </pc:sldMkLst>
        <pc:spChg chg="mod">
          <ac:chgData name="samiksha singh" userId="62f62498ae0e14e0" providerId="LiveId" clId="{729E4F4E-D812-429E-A247-04A540CBB4CE}" dt="2026-01-23T19:19:29.670" v="984" actId="20577"/>
          <ac:spMkLst>
            <pc:docMk/>
            <pc:sldMk cId="372944819" sldId="267"/>
            <ac:spMk id="7" creationId="{8749734D-1CFA-CFB0-64A3-FDC8547942FC}"/>
          </ac:spMkLst>
        </pc:spChg>
      </pc:sldChg>
      <pc:sldChg chg="modSp mod">
        <pc:chgData name="samiksha singh" userId="62f62498ae0e14e0" providerId="LiveId" clId="{729E4F4E-D812-429E-A247-04A540CBB4CE}" dt="2026-01-23T19:21:29.753" v="1139" actId="20577"/>
        <pc:sldMkLst>
          <pc:docMk/>
          <pc:sldMk cId="2082787760" sldId="270"/>
        </pc:sldMkLst>
        <pc:spChg chg="mod">
          <ac:chgData name="samiksha singh" userId="62f62498ae0e14e0" providerId="LiveId" clId="{729E4F4E-D812-429E-A247-04A540CBB4CE}" dt="2026-01-23T19:21:29.753" v="1139" actId="20577"/>
          <ac:spMkLst>
            <pc:docMk/>
            <pc:sldMk cId="2082787760" sldId="270"/>
            <ac:spMk id="8" creationId="{6936A106-2649-ADC2-2270-9710DA4E269A}"/>
          </ac:spMkLst>
        </pc:spChg>
      </pc:sldChg>
      <pc:sldChg chg="modSp mod">
        <pc:chgData name="samiksha singh" userId="62f62498ae0e14e0" providerId="LiveId" clId="{729E4F4E-D812-429E-A247-04A540CBB4CE}" dt="2026-01-23T19:23:37.175" v="1195" actId="20577"/>
        <pc:sldMkLst>
          <pc:docMk/>
          <pc:sldMk cId="3713810937" sldId="272"/>
        </pc:sldMkLst>
        <pc:spChg chg="mod">
          <ac:chgData name="samiksha singh" userId="62f62498ae0e14e0" providerId="LiveId" clId="{729E4F4E-D812-429E-A247-04A540CBB4CE}" dt="2026-01-23T18:08:42.682" v="891" actId="20577"/>
          <ac:spMkLst>
            <pc:docMk/>
            <pc:sldMk cId="3713810937" sldId="272"/>
            <ac:spMk id="3" creationId="{ED5E539E-94E4-BA5C-2AA0-D3330A1FD6F5}"/>
          </ac:spMkLst>
        </pc:spChg>
        <pc:spChg chg="mod">
          <ac:chgData name="samiksha singh" userId="62f62498ae0e14e0" providerId="LiveId" clId="{729E4F4E-D812-429E-A247-04A540CBB4CE}" dt="2026-01-23T19:21:04.257" v="1099" actId="20577"/>
          <ac:spMkLst>
            <pc:docMk/>
            <pc:sldMk cId="3713810937" sldId="272"/>
            <ac:spMk id="10" creationId="{9AFCC8B4-400E-EB06-E21F-61B6068C7434}"/>
          </ac:spMkLst>
        </pc:spChg>
        <pc:spChg chg="mod">
          <ac:chgData name="samiksha singh" userId="62f62498ae0e14e0" providerId="LiveId" clId="{729E4F4E-D812-429E-A247-04A540CBB4CE}" dt="2026-01-23T19:23:37.175" v="1195" actId="20577"/>
          <ac:spMkLst>
            <pc:docMk/>
            <pc:sldMk cId="3713810937" sldId="272"/>
            <ac:spMk id="16" creationId="{EFE8BD0C-0A79-9F4D-9DB2-B9F2D5B2E937}"/>
          </ac:spMkLst>
        </pc:spChg>
      </pc:sldChg>
      <pc:sldChg chg="modSp mod">
        <pc:chgData name="samiksha singh" userId="62f62498ae0e14e0" providerId="LiveId" clId="{729E4F4E-D812-429E-A247-04A540CBB4CE}" dt="2026-01-23T19:30:13.006" v="1292"/>
        <pc:sldMkLst>
          <pc:docMk/>
          <pc:sldMk cId="1184428981" sldId="306"/>
        </pc:sldMkLst>
        <pc:spChg chg="mod">
          <ac:chgData name="samiksha singh" userId="62f62498ae0e14e0" providerId="LiveId" clId="{729E4F4E-D812-429E-A247-04A540CBB4CE}" dt="2026-01-23T19:24:14.371" v="1212" actId="20577"/>
          <ac:spMkLst>
            <pc:docMk/>
            <pc:sldMk cId="1184428981" sldId="306"/>
            <ac:spMk id="8" creationId="{96AC9656-AF09-139F-DF2F-52B7FC2C0FBE}"/>
          </ac:spMkLst>
        </pc:spChg>
        <pc:spChg chg="mod">
          <ac:chgData name="samiksha singh" userId="62f62498ae0e14e0" providerId="LiveId" clId="{729E4F4E-D812-429E-A247-04A540CBB4CE}" dt="2026-01-23T19:30:13.006" v="1292"/>
          <ac:spMkLst>
            <pc:docMk/>
            <pc:sldMk cId="1184428981" sldId="306"/>
            <ac:spMk id="10" creationId="{1C276290-C8DD-318D-824B-3F3F30B7165A}"/>
          </ac:spMkLst>
        </pc:spChg>
        <pc:spChg chg="mod">
          <ac:chgData name="samiksha singh" userId="62f62498ae0e14e0" providerId="LiveId" clId="{729E4F4E-D812-429E-A247-04A540CBB4CE}" dt="2026-01-23T19:19:45.481" v="1004" actId="20577"/>
          <ac:spMkLst>
            <pc:docMk/>
            <pc:sldMk cId="1184428981" sldId="306"/>
            <ac:spMk id="11" creationId="{C3FE0661-F2AB-EB43-EF8D-798E1C84D8FE}"/>
          </ac:spMkLst>
        </pc:spChg>
      </pc:sldChg>
      <pc:sldChg chg="modSp mod">
        <pc:chgData name="samiksha singh" userId="62f62498ae0e14e0" providerId="LiveId" clId="{729E4F4E-D812-429E-A247-04A540CBB4CE}" dt="2026-01-23T19:23:42.625" v="1197" actId="20577"/>
        <pc:sldMkLst>
          <pc:docMk/>
          <pc:sldMk cId="2907037338" sldId="315"/>
        </pc:sldMkLst>
        <pc:spChg chg="mod">
          <ac:chgData name="samiksha singh" userId="62f62498ae0e14e0" providerId="LiveId" clId="{729E4F4E-D812-429E-A247-04A540CBB4CE}" dt="2026-01-23T18:08:23.208" v="882" actId="255"/>
          <ac:spMkLst>
            <pc:docMk/>
            <pc:sldMk cId="2907037338" sldId="315"/>
            <ac:spMk id="4" creationId="{B9789C2D-3D1A-6D4B-98AD-A5D58247121F}"/>
          </ac:spMkLst>
        </pc:spChg>
        <pc:spChg chg="mod">
          <ac:chgData name="samiksha singh" userId="62f62498ae0e14e0" providerId="LiveId" clId="{729E4F4E-D812-429E-A247-04A540CBB4CE}" dt="2026-01-23T19:20:42.328" v="1077" actId="20577"/>
          <ac:spMkLst>
            <pc:docMk/>
            <pc:sldMk cId="2907037338" sldId="315"/>
            <ac:spMk id="7" creationId="{DE969CBD-DA93-61D4-10D1-34BD9A832F31}"/>
          </ac:spMkLst>
        </pc:spChg>
        <pc:spChg chg="mod">
          <ac:chgData name="samiksha singh" userId="62f62498ae0e14e0" providerId="LiveId" clId="{729E4F4E-D812-429E-A247-04A540CBB4CE}" dt="2026-01-23T19:23:42.625" v="1197" actId="20577"/>
          <ac:spMkLst>
            <pc:docMk/>
            <pc:sldMk cId="2907037338" sldId="315"/>
            <ac:spMk id="10" creationId="{5227534F-5E77-2F30-4A21-5FD764B16DBD}"/>
          </ac:spMkLst>
        </pc:spChg>
      </pc:sldChg>
      <pc:sldChg chg="modSp mod">
        <pc:chgData name="samiksha singh" userId="62f62498ae0e14e0" providerId="LiveId" clId="{729E4F4E-D812-429E-A247-04A540CBB4CE}" dt="2026-01-23T19:21:17.954" v="1119" actId="20577"/>
        <pc:sldMkLst>
          <pc:docMk/>
          <pc:sldMk cId="4167963135" sldId="319"/>
        </pc:sldMkLst>
        <pc:spChg chg="mod">
          <ac:chgData name="samiksha singh" userId="62f62498ae0e14e0" providerId="LiveId" clId="{729E4F4E-D812-429E-A247-04A540CBB4CE}" dt="2026-01-23T19:21:17.954" v="1119" actId="20577"/>
          <ac:spMkLst>
            <pc:docMk/>
            <pc:sldMk cId="4167963135" sldId="319"/>
            <ac:spMk id="8" creationId="{192FCD7D-974A-4280-F65A-D5D62C1BA327}"/>
          </ac:spMkLst>
        </pc:spChg>
      </pc:sldChg>
      <pc:sldChg chg="addSp delSp modSp mod">
        <pc:chgData name="samiksha singh" userId="62f62498ae0e14e0" providerId="LiveId" clId="{729E4F4E-D812-429E-A247-04A540CBB4CE}" dt="2026-01-23T19:23:47.850" v="1199" actId="20577"/>
        <pc:sldMkLst>
          <pc:docMk/>
          <pc:sldMk cId="1291673404" sldId="320"/>
        </pc:sldMkLst>
        <pc:spChg chg="mod">
          <ac:chgData name="samiksha singh" userId="62f62498ae0e14e0" providerId="LiveId" clId="{729E4F4E-D812-429E-A247-04A540CBB4CE}" dt="2026-01-23T19:15:14.427" v="911" actId="20577"/>
          <ac:spMkLst>
            <pc:docMk/>
            <pc:sldMk cId="1291673404" sldId="320"/>
            <ac:spMk id="3" creationId="{6BFBE465-FE06-AAE2-9EA5-83C5BDDF1BE4}"/>
          </ac:spMkLst>
        </pc:spChg>
        <pc:spChg chg="add mod">
          <ac:chgData name="samiksha singh" userId="62f62498ae0e14e0" providerId="LiveId" clId="{729E4F4E-D812-429E-A247-04A540CBB4CE}" dt="2026-01-23T18:06:47.081" v="873" actId="1076"/>
          <ac:spMkLst>
            <pc:docMk/>
            <pc:sldMk cId="1291673404" sldId="320"/>
            <ac:spMk id="4" creationId="{CBB700BB-10B9-502E-28DD-9A0603E77B60}"/>
          </ac:spMkLst>
        </pc:spChg>
        <pc:spChg chg="mod">
          <ac:chgData name="samiksha singh" userId="62f62498ae0e14e0" providerId="LiveId" clId="{729E4F4E-D812-429E-A247-04A540CBB4CE}" dt="2026-01-23T19:20:20.287" v="1057" actId="20577"/>
          <ac:spMkLst>
            <pc:docMk/>
            <pc:sldMk cId="1291673404" sldId="320"/>
            <ac:spMk id="5" creationId="{50859CBA-E5EF-D063-8AFA-491DA0773040}"/>
          </ac:spMkLst>
        </pc:spChg>
        <pc:spChg chg="mod">
          <ac:chgData name="samiksha singh" userId="62f62498ae0e14e0" providerId="LiveId" clId="{729E4F4E-D812-429E-A247-04A540CBB4CE}" dt="2026-01-23T19:23:47.850" v="1199" actId="20577"/>
          <ac:spMkLst>
            <pc:docMk/>
            <pc:sldMk cId="1291673404" sldId="320"/>
            <ac:spMk id="10" creationId="{694940F8-DD54-AABF-06F8-5C17383057B6}"/>
          </ac:spMkLst>
        </pc:spChg>
        <pc:spChg chg="add mod">
          <ac:chgData name="samiksha singh" userId="62f62498ae0e14e0" providerId="LiveId" clId="{729E4F4E-D812-429E-A247-04A540CBB4CE}" dt="2026-01-23T18:06:34.335" v="871" actId="122"/>
          <ac:spMkLst>
            <pc:docMk/>
            <pc:sldMk cId="1291673404" sldId="320"/>
            <ac:spMk id="14" creationId="{EE120B73-32F3-E16E-EDD7-BBD407A287B0}"/>
          </ac:spMkLst>
        </pc:spChg>
        <pc:spChg chg="add mod">
          <ac:chgData name="samiksha singh" userId="62f62498ae0e14e0" providerId="LiveId" clId="{729E4F4E-D812-429E-A247-04A540CBB4CE}" dt="2026-01-23T19:15:36.698" v="931" actId="1076"/>
          <ac:spMkLst>
            <pc:docMk/>
            <pc:sldMk cId="1291673404" sldId="320"/>
            <ac:spMk id="17" creationId="{BBB01E8B-73E2-8380-4CAE-90295359595D}"/>
          </ac:spMkLst>
        </pc:spChg>
        <pc:spChg chg="add del mod">
          <ac:chgData name="samiksha singh" userId="62f62498ae0e14e0" providerId="LiveId" clId="{729E4F4E-D812-429E-A247-04A540CBB4CE}" dt="2026-01-23T17:58:52.950" v="775"/>
          <ac:spMkLst>
            <pc:docMk/>
            <pc:sldMk cId="1291673404" sldId="320"/>
            <ac:spMk id="20" creationId="{62DBE315-3983-AE82-D86F-ACBFF38334FC}"/>
          </ac:spMkLst>
        </pc:spChg>
        <pc:spChg chg="add mod">
          <ac:chgData name="samiksha singh" userId="62f62498ae0e14e0" providerId="LiveId" clId="{729E4F4E-D812-429E-A247-04A540CBB4CE}" dt="2026-01-23T18:06:39.829" v="872" actId="1076"/>
          <ac:spMkLst>
            <pc:docMk/>
            <pc:sldMk cId="1291673404" sldId="320"/>
            <ac:spMk id="21" creationId="{5C23033E-B6FE-BE12-F834-7280813A7671}"/>
          </ac:spMkLst>
        </pc:spChg>
        <pc:spChg chg="add mod">
          <ac:chgData name="samiksha singh" userId="62f62498ae0e14e0" providerId="LiveId" clId="{729E4F4E-D812-429E-A247-04A540CBB4CE}" dt="2026-01-23T18:07:39.146" v="879" actId="255"/>
          <ac:spMkLst>
            <pc:docMk/>
            <pc:sldMk cId="1291673404" sldId="320"/>
            <ac:spMk id="30" creationId="{BBDD13FE-FBC3-9905-8E67-DAAF5BFCDAF5}"/>
          </ac:spMkLst>
        </pc:spChg>
        <pc:cxnChg chg="add del mod">
          <ac:chgData name="samiksha singh" userId="62f62498ae0e14e0" providerId="LiveId" clId="{729E4F4E-D812-429E-A247-04A540CBB4CE}" dt="2026-01-23T17:56:24.894" v="666" actId="478"/>
          <ac:cxnSpMkLst>
            <pc:docMk/>
            <pc:sldMk cId="1291673404" sldId="320"/>
            <ac:cxnSpMk id="13" creationId="{FA6BC72C-9F1D-2E0A-BEC1-2CECFAC5F90F}"/>
          </ac:cxnSpMkLst>
        </pc:cxnChg>
        <pc:cxnChg chg="add mod">
          <ac:chgData name="samiksha singh" userId="62f62498ae0e14e0" providerId="LiveId" clId="{729E4F4E-D812-429E-A247-04A540CBB4CE}" dt="2026-01-23T18:06:47.081" v="873" actId="1076"/>
          <ac:cxnSpMkLst>
            <pc:docMk/>
            <pc:sldMk cId="1291673404" sldId="320"/>
            <ac:cxnSpMk id="23" creationId="{A8A6AB6E-2604-E2A9-FDDD-F2F100951F13}"/>
          </ac:cxnSpMkLst>
        </pc:cxnChg>
        <pc:cxnChg chg="add mod">
          <ac:chgData name="samiksha singh" userId="62f62498ae0e14e0" providerId="LiveId" clId="{729E4F4E-D812-429E-A247-04A540CBB4CE}" dt="2026-01-23T19:15:36.698" v="931" actId="1076"/>
          <ac:cxnSpMkLst>
            <pc:docMk/>
            <pc:sldMk cId="1291673404" sldId="320"/>
            <ac:cxnSpMk id="25" creationId="{ACA80B3A-C354-1A7D-92A2-CEB72EDD7C77}"/>
          </ac:cxnSpMkLst>
        </pc:cxnChg>
        <pc:cxnChg chg="add mod">
          <ac:chgData name="samiksha singh" userId="62f62498ae0e14e0" providerId="LiveId" clId="{729E4F4E-D812-429E-A247-04A540CBB4CE}" dt="2026-01-23T19:15:36.698" v="931" actId="1076"/>
          <ac:cxnSpMkLst>
            <pc:docMk/>
            <pc:sldMk cId="1291673404" sldId="320"/>
            <ac:cxnSpMk id="29" creationId="{295FD234-AB3F-A06E-D37A-FA8D3C11F91F}"/>
          </ac:cxnSpMkLst>
        </pc:cxnChg>
      </pc:sldChg>
      <pc:sldChg chg="modSp add mod">
        <pc:chgData name="samiksha singh" userId="62f62498ae0e14e0" providerId="LiveId" clId="{729E4F4E-D812-429E-A247-04A540CBB4CE}" dt="2026-01-23T19:31:36.568" v="1298" actId="20577"/>
        <pc:sldMkLst>
          <pc:docMk/>
          <pc:sldMk cId="464557110" sldId="321"/>
        </pc:sldMkLst>
        <pc:spChg chg="mod">
          <ac:chgData name="samiksha singh" userId="62f62498ae0e14e0" providerId="LiveId" clId="{729E4F4E-D812-429E-A247-04A540CBB4CE}" dt="2026-01-23T19:23:29.698" v="1193" actId="20577"/>
          <ac:spMkLst>
            <pc:docMk/>
            <pc:sldMk cId="464557110" sldId="321"/>
            <ac:spMk id="3" creationId="{B63A1A7B-5DAB-416C-CA2C-9E78002C1D48}"/>
          </ac:spMkLst>
        </pc:spChg>
        <pc:graphicFrameChg chg="mod modGraphic">
          <ac:chgData name="samiksha singh" userId="62f62498ae0e14e0" providerId="LiveId" clId="{729E4F4E-D812-429E-A247-04A540CBB4CE}" dt="2026-01-23T19:31:36.568" v="1298" actId="20577"/>
          <ac:graphicFrameMkLst>
            <pc:docMk/>
            <pc:sldMk cId="464557110" sldId="321"/>
            <ac:graphicFrameMk id="4" creationId="{F54B7430-94FD-544E-DD09-905C1D7A7EA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4F436-B577-4E44-87D6-7BE0F3385518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0A6EB-5B9E-4D38-B14C-A4F422543D9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20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C955-ADD7-E377-50D3-EFC4BB7BA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2D248-E98F-C3DE-9349-5C71A35D2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D16B7-0247-A60A-AC0B-EB549866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B4A40-F719-4643-E16D-C29751AB9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0E4F9-720D-4F29-5829-6AB60A1F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661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5E81-AF95-36BD-9A3D-DD2DAB05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203A-EF55-A8D6-5F11-D1BFBEC43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84E81-6180-6621-3E18-32120EB1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DF2D6-6E13-A0BE-CD44-ACC47D7E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7B0B7-76B1-EC8B-DB28-061709C6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96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45E8-45B8-B99E-D174-B0875E8F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458EF-DC6A-7DC5-D6F0-C14E176D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96263-F74F-D765-5E13-518A2729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1A7E3-1AFA-A3E7-5537-F5EF18D9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34088-EF0D-9711-7862-1710C4A5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70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5913-02CB-694C-9AA1-6886313E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0CB50-9ABE-83B8-81DA-A61F14187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59A0D-77CB-5088-C22F-675EABC28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50247-95E8-49D7-3E2F-4DAE85B0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93937-3B4B-5C8E-A578-1BB1D446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526F-66C3-B84E-408D-CF6B171C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84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B17C-F813-881D-F89F-463C21BF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4C321-3A23-AC04-1841-BE5FFE367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3D9A7-B2D2-BD68-E8B0-DDC0A1FA9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DE4C3-8FA0-D279-E7B4-FFE7E609B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2C816-E0ED-FFC6-7C69-8A6CC0CAC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8666D-8BBB-6153-559D-6292E8F9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6EFAE-95F5-F74D-A4FD-A7B94E538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4C028-1708-D4FC-C051-ECC32B43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95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0907-E74F-0F0F-63B3-57180A5A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D4E31-53F2-A4E8-119E-CD3C08FA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D5B91-E9A4-584A-3548-57EDE778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8A9BF-CF6E-FD99-B68F-FFA2425A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24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6A45D-DFC4-682B-20EB-C7CA4883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89ED3-AAB5-A3BE-4B20-708943B7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246CE-6525-5394-D374-E4CB7018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17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A3B9-9747-5707-850A-F0E2F3F78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A81C3-70DB-89AD-A5F0-449F63CFA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4CDA1-B838-DE60-1A8C-89AC1323C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54B68-634F-C1D4-03FB-DFF186BE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EA6C9-3DE0-4D90-193F-7DF773F7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710D6-F58C-3D5B-B2D9-57F2A6E0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75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CEC29-DFD7-0CE2-4421-FEBBBB0D0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2B7B6-9838-D7E8-CD5A-12C9441CB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CABC7-A000-4480-F5F8-E88F4AA82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4BE76-1E96-2D3A-ED2D-D901DAC9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2D3BB-B6D6-89E0-FAA6-E14AF4BA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9B59-B21D-11BA-2D4E-F6858653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28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E52D-047A-AFCA-3BDB-1CE13C4E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2E92E-5AB1-B813-B0AB-087C30729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4933A-281B-DFC8-2A9D-52A84973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6C613-CEE0-C32D-978E-2B7350F7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8745-03F4-DD95-FE0F-F85E33B7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13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4DF63-CB65-5F87-7E70-08A05C4F0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D7A61-60DB-0D13-651F-69429996A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2569C-FE52-62BE-0B38-E38C9C26E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2860A-19A8-BB39-3B1F-9EB630E2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34004-83F6-2EFD-98C8-2A41C065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7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72D1E-B661-C8BA-1BB7-CFED76C1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ED428-77C9-2DC5-2C5B-766CDF6F1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1B31B-087B-5427-2774-AC395D787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23F54-0B71-4A1A-8BE3-898972AD2A15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0E31B-3402-A996-C548-B69679C39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43FD9-BBFC-7929-A270-99EABBD45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AF395-49F2-4E47-BA5B-818629DDB0A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46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haniterway/sentiment-analysis-majita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A73DF3C7-5DD2-7415-4C58-639344F4E162}"/>
              </a:ext>
            </a:extLst>
          </p:cNvPr>
          <p:cNvSpPr/>
          <p:nvPr/>
        </p:nvSpPr>
        <p:spPr>
          <a:xfrm>
            <a:off x="329241" y="316225"/>
            <a:ext cx="11533517" cy="1240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Analysis and Natural Language Processing (TANLP) Assignment Presentation 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Picture 2" descr="A black text on a white background">
            <a:extLst>
              <a:ext uri="{FF2B5EF4-FFF2-40B4-BE49-F238E27FC236}">
                <a16:creationId xmlns:a16="http://schemas.microsoft.com/office/drawing/2014/main" id="{7D33DF0F-22F1-761E-4DDF-26D57507A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87" y="1873932"/>
            <a:ext cx="5604022" cy="1453662"/>
          </a:xfrm>
          <a:prstGeom prst="rect">
            <a:avLst/>
          </a:prstGeom>
        </p:spPr>
      </p:pic>
      <p:sp>
        <p:nvSpPr>
          <p:cNvPr id="5" name="CustomShape 2">
            <a:extLst>
              <a:ext uri="{FF2B5EF4-FFF2-40B4-BE49-F238E27FC236}">
                <a16:creationId xmlns:a16="http://schemas.microsoft.com/office/drawing/2014/main" id="{B154F2D3-7783-E725-D369-694ADBFF667C}"/>
              </a:ext>
            </a:extLst>
          </p:cNvPr>
          <p:cNvSpPr/>
          <p:nvPr/>
        </p:nvSpPr>
        <p:spPr>
          <a:xfrm>
            <a:off x="4524156" y="3530407"/>
            <a:ext cx="3143687" cy="1038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 :-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Suhani Terway (202300655)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C3E6D71F-E26A-68A7-B0F2-FBF02253DC56}"/>
              </a:ext>
            </a:extLst>
          </p:cNvPr>
          <p:cNvSpPr/>
          <p:nvPr/>
        </p:nvSpPr>
        <p:spPr>
          <a:xfrm>
            <a:off x="3442996" y="4843761"/>
            <a:ext cx="5306007" cy="1937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 the supervision of 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Guide Name: Mr. Sital Sharma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Department: Department of Artificial   Intelligence and Data Science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SMIT, SMU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6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5">
            <a:extLst>
              <a:ext uri="{FF2B5EF4-FFF2-40B4-BE49-F238E27FC236}">
                <a16:creationId xmlns:a16="http://schemas.microsoft.com/office/drawing/2014/main" id="{6110CA1D-813B-99EA-3E2D-1ED9CCF571A7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Shape 4">
            <a:extLst>
              <a:ext uri="{FF2B5EF4-FFF2-40B4-BE49-F238E27FC236}">
                <a16:creationId xmlns:a16="http://schemas.microsoft.com/office/drawing/2014/main" id="{7103C4DE-7C3E-DE06-D631-586350AF1F47}"/>
              </a:ext>
            </a:extLst>
          </p:cNvPr>
          <p:cNvSpPr txBox="1"/>
          <p:nvPr/>
        </p:nvSpPr>
        <p:spPr>
          <a:xfrm>
            <a:off x="300314" y="6487539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E48B809-CDD0-A131-828C-1DC7DDF45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954" y="6148707"/>
            <a:ext cx="1596412" cy="6848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0B817C-8703-7126-5505-9B6A6B782119}"/>
              </a:ext>
            </a:extLst>
          </p:cNvPr>
          <p:cNvSpPr txBox="1"/>
          <p:nvPr/>
        </p:nvSpPr>
        <p:spPr>
          <a:xfrm>
            <a:off x="2589683" y="40917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D19F9D-7363-4B52-0925-2A8B553F3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988507"/>
              </p:ext>
            </p:extLst>
          </p:nvPr>
        </p:nvGraphicFramePr>
        <p:xfrm>
          <a:off x="899128" y="1260245"/>
          <a:ext cx="9993989" cy="3611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37408">
                  <a:extLst>
                    <a:ext uri="{9D8B030D-6E8A-4147-A177-3AD203B41FA5}">
                      <a16:colId xmlns:a16="http://schemas.microsoft.com/office/drawing/2014/main" val="3249704572"/>
                    </a:ext>
                  </a:extLst>
                </a:gridCol>
                <a:gridCol w="6926639">
                  <a:extLst>
                    <a:ext uri="{9D8B030D-6E8A-4147-A177-3AD203B41FA5}">
                      <a16:colId xmlns:a16="http://schemas.microsoft.com/office/drawing/2014/main" val="1503554780"/>
                    </a:ext>
                  </a:extLst>
                </a:gridCol>
                <a:gridCol w="1429942">
                  <a:extLst>
                    <a:ext uri="{9D8B030D-6E8A-4147-A177-3AD203B41FA5}">
                      <a16:colId xmlns:a16="http://schemas.microsoft.com/office/drawing/2014/main" val="2399580875"/>
                    </a:ext>
                  </a:extLst>
                </a:gridCol>
              </a:tblGrid>
              <a:tr h="40453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64357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INTORDUCTION TO SENTIMENTAL ANALYSIS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72136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45681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760065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957010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SENTIMENTAL MODELS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43944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509696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13564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RECOMMENDER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94738"/>
                  </a:ext>
                </a:extLst>
              </a:tr>
              <a:tr h="323624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997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04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9665D-99E3-C417-9ED6-D511466E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4">
            <a:extLst>
              <a:ext uri="{FF2B5EF4-FFF2-40B4-BE49-F238E27FC236}">
                <a16:creationId xmlns:a16="http://schemas.microsoft.com/office/drawing/2014/main" id="{C980173D-1BFE-0C62-6EEC-5CA7BBCDEEBD}"/>
              </a:ext>
            </a:extLst>
          </p:cNvPr>
          <p:cNvSpPr txBox="1"/>
          <p:nvPr/>
        </p:nvSpPr>
        <p:spPr>
          <a:xfrm>
            <a:off x="300314" y="6487539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57FCF58-AE75-9AD0-32CC-070D8F709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954" y="6148707"/>
            <a:ext cx="1596412" cy="684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F2B76D-749E-DB56-AA49-6B5DDAA2792C}"/>
              </a:ext>
            </a:extLst>
          </p:cNvPr>
          <p:cNvSpPr txBox="1"/>
          <p:nvPr/>
        </p:nvSpPr>
        <p:spPr>
          <a:xfrm>
            <a:off x="1230630" y="652218"/>
            <a:ext cx="9730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SENTIMENTAL ANALYSIS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597BA-51D2-36C0-33D0-13D8F3B70C79}"/>
              </a:ext>
            </a:extLst>
          </p:cNvPr>
          <p:cNvSpPr txBox="1"/>
          <p:nvPr/>
        </p:nvSpPr>
        <p:spPr>
          <a:xfrm rot="10800000" flipV="1">
            <a:off x="11208138" y="6300547"/>
            <a:ext cx="68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B1999-6245-FF9F-5194-071A93CC24B2}"/>
              </a:ext>
            </a:extLst>
          </p:cNvPr>
          <p:cNvSpPr txBox="1"/>
          <p:nvPr/>
        </p:nvSpPr>
        <p:spPr>
          <a:xfrm>
            <a:off x="863867" y="2198592"/>
            <a:ext cx="40281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performed using Machine Learning or Deep Learning models.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applications: Product reviews, brand monitoring, market research. </a:t>
            </a: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C661DD92-FCF6-D878-99A9-FE21BEB9A393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8F532-A7CC-19A1-CCF2-6B6C0A73D806}"/>
              </a:ext>
            </a:extLst>
          </p:cNvPr>
          <p:cNvSpPr txBox="1"/>
          <p:nvPr/>
        </p:nvSpPr>
        <p:spPr>
          <a:xfrm>
            <a:off x="818147" y="1592433"/>
            <a:ext cx="11073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(also called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Opinion Mining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technique in Natural Language Processing used to identify emotions and opinions in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classifies text into Positive, Negative, or Neutral sentiments.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reviews, social media, and feedback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understand customer satisfaction and preferences.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3EB86-801E-DBC2-BC78-47F52E60F810}"/>
              </a:ext>
            </a:extLst>
          </p:cNvPr>
          <p:cNvSpPr txBox="1"/>
          <p:nvPr/>
        </p:nvSpPr>
        <p:spPr>
          <a:xfrm>
            <a:off x="6406854" y="5779375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Sentimental Analysis </a:t>
            </a:r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C77FBF88-F500-899B-F42F-DF65B3C762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97" t="23269" r="8737" b="21082"/>
          <a:stretch>
            <a:fillRect/>
          </a:stretch>
        </p:blipFill>
        <p:spPr bwMode="auto">
          <a:xfrm>
            <a:off x="4568191" y="3092708"/>
            <a:ext cx="7586386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57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6AB5-7D9F-ED83-0740-97F81DC0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8FE7F6A9-89E7-DD16-C29E-59ED6BE27A4B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D6CC597-46AD-957D-366C-92B792C9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11C5FA-9BC2-C99A-3E2C-6D9479CF6260}"/>
              </a:ext>
            </a:extLst>
          </p:cNvPr>
          <p:cNvSpPr txBox="1"/>
          <p:nvPr/>
        </p:nvSpPr>
        <p:spPr>
          <a:xfrm>
            <a:off x="3048000" y="27288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87504-5213-11E0-CB35-073C5F60FFC9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1EC6507B-2F98-6831-8799-074E971E2F8B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DB630-8CC7-F5AD-4E3F-0CB63CC95D2F}"/>
              </a:ext>
            </a:extLst>
          </p:cNvPr>
          <p:cNvSpPr txBox="1"/>
          <p:nvPr/>
        </p:nvSpPr>
        <p:spPr>
          <a:xfrm>
            <a:off x="731520" y="1120703"/>
            <a:ext cx="10515600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"Can we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reviews using NLP to determine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sentiment towards restaurants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Majitar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Sikkim,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recommend the best place for a specific dish?"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CCCCDD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1.  Collect &amp; analyze restaurant reviews using sentiment analysis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DD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2.  Compare 3 NLP models: VADER,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DD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3.  Build a food recommender: user inputs a dish -&gt; best restaurant</a:t>
            </a:r>
          </a:p>
        </p:txBody>
      </p:sp>
    </p:spTree>
    <p:extLst>
      <p:ext uri="{BB962C8B-B14F-4D97-AF65-F5344CB8AC3E}">
        <p14:creationId xmlns:p14="http://schemas.microsoft.com/office/powerpoint/2010/main" val="301683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1050A-EF32-6B9A-705F-C4F678BB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CE9BEBA4-A80F-1EC1-544E-ABCF3EB93D50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F3B44C9-38CE-1EFE-64D9-C990D5F17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8110CF-AA54-8E0A-B079-62DBEF21DB1A}"/>
              </a:ext>
            </a:extLst>
          </p:cNvPr>
          <p:cNvSpPr txBox="1"/>
          <p:nvPr/>
        </p:nvSpPr>
        <p:spPr>
          <a:xfrm>
            <a:off x="3048000" y="27288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845F97-BAA6-878C-661F-94948A99F327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8E7CE53B-BF12-38F4-B518-EF6006D1EFFD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A7E6A-C513-0566-3E2E-82BA37D87F23}"/>
              </a:ext>
            </a:extLst>
          </p:cNvPr>
          <p:cNvSpPr txBox="1"/>
          <p:nvPr/>
        </p:nvSpPr>
        <p:spPr>
          <a:xfrm>
            <a:off x="731520" y="13716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Reviews - Curated from real restaurant listings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EB84CF-6E7B-4FB3-C782-3B43BDC0E4D6}"/>
              </a:ext>
            </a:extLst>
          </p:cNvPr>
          <p:cNvSpPr/>
          <p:nvPr/>
        </p:nvSpPr>
        <p:spPr>
          <a:xfrm>
            <a:off x="731520" y="2194560"/>
            <a:ext cx="2286000" cy="1097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56CCF2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9A16C63E-BCCC-93BA-A90F-47F89AB5BA42}"/>
              </a:ext>
            </a:extLst>
          </p:cNvPr>
          <p:cNvSpPr/>
          <p:nvPr/>
        </p:nvSpPr>
        <p:spPr>
          <a:xfrm>
            <a:off x="3474720" y="2194560"/>
            <a:ext cx="2286000" cy="1097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56CCF2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E5DB1840-0AAA-C09F-E793-15B4534A58C9}"/>
              </a:ext>
            </a:extLst>
          </p:cNvPr>
          <p:cNvSpPr/>
          <p:nvPr/>
        </p:nvSpPr>
        <p:spPr>
          <a:xfrm>
            <a:off x="6217920" y="2194560"/>
            <a:ext cx="2286000" cy="1097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56CCF2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1 - 5</a:t>
            </a:r>
          </a:p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 Ratings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66F2F93-B60E-E62E-BA12-642B365699E5}"/>
              </a:ext>
            </a:extLst>
          </p:cNvPr>
          <p:cNvSpPr/>
          <p:nvPr/>
        </p:nvSpPr>
        <p:spPr>
          <a:xfrm>
            <a:off x="8961120" y="2194560"/>
            <a:ext cx="2286000" cy="1097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56CCF2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>
              <a:defRPr sz="1400">
                <a:solidFill>
                  <a:srgbClr val="CCCCDD"/>
                </a:solidFill>
                <a:latin typeface="Calibri"/>
              </a:defRPr>
            </a:pPr>
            <a:r>
              <a:rPr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2D789F-8DCD-C49B-D66F-56352ED60DAE}"/>
              </a:ext>
            </a:extLst>
          </p:cNvPr>
          <p:cNvSpPr txBox="1"/>
          <p:nvPr/>
        </p:nvSpPr>
        <p:spPr>
          <a:xfrm>
            <a:off x="731520" y="3840480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Imperfecto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Restro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Lounge | Punjabi Kitchen | Coffee Break | Down Town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Restro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Bar | Baskin Robbins | SK01 | KFC 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Lapinos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|Subway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168528-554E-8CA1-FFD1-37D26F4C34DB}"/>
              </a:ext>
            </a:extLst>
          </p:cNvPr>
          <p:cNvSpPr txBox="1"/>
          <p:nvPr/>
        </p:nvSpPr>
        <p:spPr>
          <a:xfrm>
            <a:off x="731520" y="493776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Review: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4B613A-844C-F704-394F-3AAA74A9A0D1}"/>
              </a:ext>
            </a:extLst>
          </p:cNvPr>
          <p:cNvSpPr txBox="1"/>
          <p:nvPr/>
        </p:nvSpPr>
        <p:spPr>
          <a:xfrm>
            <a:off x="731520" y="5303520"/>
            <a:ext cx="9736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"Best pizza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Majitar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any doubt! The cheese burst pizza is loaded and absolutely delicious."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Lapinos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 stars</a:t>
            </a:r>
          </a:p>
        </p:txBody>
      </p:sp>
    </p:spTree>
    <p:extLst>
      <p:ext uri="{BB962C8B-B14F-4D97-AF65-F5344CB8AC3E}">
        <p14:creationId xmlns:p14="http://schemas.microsoft.com/office/powerpoint/2010/main" val="193580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0C35-5CB2-FC57-F21A-A1818CDE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AF9788A9-E299-55ED-02F6-1AAC5C91AAEE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6EFC2CE-8DF8-CBA0-E5B5-B1CB6168E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C9EFC0-9A24-5C1D-DCC4-AEF728E21992}"/>
              </a:ext>
            </a:extLst>
          </p:cNvPr>
          <p:cNvSpPr txBox="1"/>
          <p:nvPr/>
        </p:nvSpPr>
        <p:spPr>
          <a:xfrm>
            <a:off x="3048000" y="35289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5223F-BB56-DFD0-B969-6E4A9920F2A9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610558F5-8924-59AF-C8D4-A7D54E2A21C9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02F72-2170-5ED5-BBAC-7AFB004E1CF4}"/>
              </a:ext>
            </a:extLst>
          </p:cNvPr>
          <p:cNvSpPr txBox="1"/>
          <p:nvPr/>
        </p:nvSpPr>
        <p:spPr>
          <a:xfrm>
            <a:off x="731520" y="13716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NLP Pipeline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7468494B-AA70-E650-6934-881B573239E2}"/>
              </a:ext>
            </a:extLst>
          </p:cNvPr>
          <p:cNvSpPr/>
          <p:nvPr/>
        </p:nvSpPr>
        <p:spPr>
          <a:xfrm>
            <a:off x="457200" y="2560320"/>
            <a:ext cx="2011680" cy="1463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Reviews</a:t>
            </a:r>
            <a:b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(90 Google reviews)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401D52-D7FD-AE8B-C67D-42864216ED48}"/>
              </a:ext>
            </a:extLst>
          </p:cNvPr>
          <p:cNvSpPr txBox="1"/>
          <p:nvPr/>
        </p:nvSpPr>
        <p:spPr>
          <a:xfrm>
            <a:off x="2468880" y="266319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C6BC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A7E3DCCF-24BE-586C-0092-CC13D7D8B641}"/>
              </a:ext>
            </a:extLst>
          </p:cNvPr>
          <p:cNvSpPr/>
          <p:nvPr/>
        </p:nvSpPr>
        <p:spPr>
          <a:xfrm>
            <a:off x="2743200" y="2560320"/>
            <a:ext cx="2011680" cy="1463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(Tokenize, Lemmatize,</a:t>
            </a:r>
            <a:b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Stopwords)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990021-990D-0A7C-F318-6ED1B11F667F}"/>
              </a:ext>
            </a:extLst>
          </p:cNvPr>
          <p:cNvSpPr txBox="1"/>
          <p:nvPr/>
        </p:nvSpPr>
        <p:spPr>
          <a:xfrm>
            <a:off x="4754880" y="266319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B86FC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34FDB7E5-FE46-4770-6A96-5C3497DC0967}"/>
              </a:ext>
            </a:extLst>
          </p:cNvPr>
          <p:cNvSpPr/>
          <p:nvPr/>
        </p:nvSpPr>
        <p:spPr>
          <a:xfrm>
            <a:off x="5029200" y="2560320"/>
            <a:ext cx="2011680" cy="1463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IN" sz="158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br>
              <a:rPr lang="en-IN" sz="158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8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(VADER / </a:t>
            </a:r>
            <a:r>
              <a:rPr lang="en-IN" sz="1585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IN" sz="158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br>
              <a:rPr lang="en-IN" sz="158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8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Regression)</a:t>
            </a:r>
            <a:endParaRPr sz="1585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A26A28-7C1B-582E-453D-400FA28C0953}"/>
              </a:ext>
            </a:extLst>
          </p:cNvPr>
          <p:cNvSpPr txBox="1"/>
          <p:nvPr/>
        </p:nvSpPr>
        <p:spPr>
          <a:xfrm>
            <a:off x="7040880" y="266319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6CCF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7515D32F-A271-00D6-1372-F11A6645DD95}"/>
              </a:ext>
            </a:extLst>
          </p:cNvPr>
          <p:cNvSpPr/>
          <p:nvPr/>
        </p:nvSpPr>
        <p:spPr>
          <a:xfrm>
            <a:off x="7315200" y="2560320"/>
            <a:ext cx="2011680" cy="1463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b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(Accuracy,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Precision, Recall,</a:t>
            </a: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F1,Confusion Matrix)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592318-6F55-9C3D-92A7-CC28BADFB7E6}"/>
              </a:ext>
            </a:extLst>
          </p:cNvPr>
          <p:cNvSpPr txBox="1"/>
          <p:nvPr/>
        </p:nvSpPr>
        <p:spPr>
          <a:xfrm>
            <a:off x="9326880" y="2663190"/>
            <a:ext cx="27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4984B402-D76E-588B-24F9-7240E8CF8DB9}"/>
              </a:ext>
            </a:extLst>
          </p:cNvPr>
          <p:cNvSpPr/>
          <p:nvPr/>
        </p:nvSpPr>
        <p:spPr>
          <a:xfrm>
            <a:off x="9601200" y="2560320"/>
            <a:ext cx="2011680" cy="1463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Recommender</a:t>
            </a:r>
            <a:b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 input -&gt; Ranked</a:t>
            </a:r>
            <a:b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restaurants)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BC56FCF5-E854-F59B-F35C-637130F45DEB}"/>
              </a:ext>
            </a:extLst>
          </p:cNvPr>
          <p:cNvSpPr txBox="1"/>
          <p:nvPr/>
        </p:nvSpPr>
        <p:spPr>
          <a:xfrm>
            <a:off x="461010" y="4086225"/>
            <a:ext cx="201168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20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</a:t>
            </a:r>
            <a:endParaRPr lang="en-I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A9AE0E71-BD66-4A43-69AB-23902AB6EB9C}"/>
              </a:ext>
            </a:extLst>
          </p:cNvPr>
          <p:cNvSpPr txBox="1"/>
          <p:nvPr/>
        </p:nvSpPr>
        <p:spPr>
          <a:xfrm>
            <a:off x="2747010" y="4086225"/>
            <a:ext cx="201168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20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</a:t>
            </a:r>
            <a:endParaRPr lang="en-I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E9C6BC43-E55D-99DB-4C31-C32C0D26A84D}"/>
              </a:ext>
            </a:extLst>
          </p:cNvPr>
          <p:cNvSpPr txBox="1"/>
          <p:nvPr/>
        </p:nvSpPr>
        <p:spPr>
          <a:xfrm>
            <a:off x="5033010" y="4086225"/>
            <a:ext cx="201168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20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</a:t>
            </a:r>
            <a:endParaRPr lang="en-I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TextBox 29">
            <a:extLst>
              <a:ext uri="{FF2B5EF4-FFF2-40B4-BE49-F238E27FC236}">
                <a16:creationId xmlns:a16="http://schemas.microsoft.com/office/drawing/2014/main" id="{FEB01EE0-0EBB-765E-CBBF-B3C7B73086F2}"/>
              </a:ext>
            </a:extLst>
          </p:cNvPr>
          <p:cNvSpPr txBox="1"/>
          <p:nvPr/>
        </p:nvSpPr>
        <p:spPr>
          <a:xfrm>
            <a:off x="7319010" y="4086225"/>
            <a:ext cx="201168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20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</a:t>
            </a:r>
            <a:endParaRPr lang="en-I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0">
            <a:extLst>
              <a:ext uri="{FF2B5EF4-FFF2-40B4-BE49-F238E27FC236}">
                <a16:creationId xmlns:a16="http://schemas.microsoft.com/office/drawing/2014/main" id="{CDEC5087-C5C5-F1E3-C483-C3EF56DD6313}"/>
              </a:ext>
            </a:extLst>
          </p:cNvPr>
          <p:cNvSpPr txBox="1"/>
          <p:nvPr/>
        </p:nvSpPr>
        <p:spPr>
          <a:xfrm>
            <a:off x="9605010" y="4086225"/>
            <a:ext cx="201168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20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</a:t>
            </a:r>
            <a:endParaRPr lang="en-I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8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D2D1-6AD0-5CAF-9070-CE8E71F3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94966375-A1BB-2F9A-48D1-252BFF802E84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B426AC5-BB87-9625-FC1C-87165C233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648AE-9B5E-824C-0B65-F7C59EA05076}"/>
              </a:ext>
            </a:extLst>
          </p:cNvPr>
          <p:cNvSpPr txBox="1"/>
          <p:nvPr/>
        </p:nvSpPr>
        <p:spPr>
          <a:xfrm>
            <a:off x="3048000" y="42147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MODELS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CEAB9-2DB3-B640-5B26-1FB546A6F34B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9865E315-CF5F-F4E2-EB44-BCFFD5D94F4A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C2A6F8D-DCE0-6759-BFC9-22012ED7C084}"/>
              </a:ext>
            </a:extLst>
          </p:cNvPr>
          <p:cNvSpPr/>
          <p:nvPr/>
        </p:nvSpPr>
        <p:spPr>
          <a:xfrm>
            <a:off x="457200" y="1543050"/>
            <a:ext cx="3474720" cy="38404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E7F13-38F5-C2DA-9309-62EDD8247360}"/>
              </a:ext>
            </a:extLst>
          </p:cNvPr>
          <p:cNvSpPr txBox="1"/>
          <p:nvPr/>
        </p:nvSpPr>
        <p:spPr>
          <a:xfrm>
            <a:off x="640080" y="1725930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C6BC0"/>
                </a:solidFill>
                <a:latin typeface="Calibri"/>
              </a:defRPr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0083CE23-6D9A-0578-0F21-60633971F949}"/>
              </a:ext>
            </a:extLst>
          </p:cNvPr>
          <p:cNvSpPr/>
          <p:nvPr/>
        </p:nvSpPr>
        <p:spPr>
          <a:xfrm>
            <a:off x="4297680" y="1543050"/>
            <a:ext cx="3474720" cy="38404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8B03C-981E-6F30-EAF7-B1DCE313146E}"/>
              </a:ext>
            </a:extLst>
          </p:cNvPr>
          <p:cNvSpPr txBox="1"/>
          <p:nvPr/>
        </p:nvSpPr>
        <p:spPr>
          <a:xfrm>
            <a:off x="4480560" y="1725930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Calibri"/>
              </a:defRPr>
            </a:pPr>
            <a:r>
              <a:rPr sz="2700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DF614415-EE46-C8BB-AD9F-A75FA9DF8E58}"/>
              </a:ext>
            </a:extLst>
          </p:cNvPr>
          <p:cNvSpPr/>
          <p:nvPr/>
        </p:nvSpPr>
        <p:spPr>
          <a:xfrm>
            <a:off x="8138160" y="1543050"/>
            <a:ext cx="3474720" cy="38404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DB5F95-856F-A48D-BE40-6AE72FC03812}"/>
              </a:ext>
            </a:extLst>
          </p:cNvPr>
          <p:cNvSpPr txBox="1"/>
          <p:nvPr/>
        </p:nvSpPr>
        <p:spPr>
          <a:xfrm>
            <a:off x="8321040" y="1725930"/>
            <a:ext cx="31089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5350"/>
                </a:solidFill>
                <a:latin typeface="Calibri"/>
              </a:defRPr>
            </a:pPr>
            <a:r>
              <a:rPr sz="270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727DAA-0509-7A58-33F0-3E7C76CBCE9D}"/>
              </a:ext>
            </a:extLst>
          </p:cNvPr>
          <p:cNvSpPr txBox="1"/>
          <p:nvPr/>
        </p:nvSpPr>
        <p:spPr>
          <a:xfrm>
            <a:off x="640080" y="2274570"/>
            <a:ext cx="3108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C107"/>
                </a:solidFill>
                <a:latin typeface="Calibri"/>
              </a:defRPr>
            </a:pPr>
            <a:r>
              <a:rPr sz="18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Lexicon + Rule based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2AADCE-EB7B-25C5-1F79-4F8A6B244C2F}"/>
              </a:ext>
            </a:extLst>
          </p:cNvPr>
          <p:cNvSpPr txBox="1"/>
          <p:nvPr/>
        </p:nvSpPr>
        <p:spPr>
          <a:xfrm>
            <a:off x="4480560" y="2274570"/>
            <a:ext cx="3108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C107"/>
                </a:solidFill>
                <a:latin typeface="Calibri"/>
              </a:defRPr>
            </a:pPr>
            <a:r>
              <a:rPr sz="18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Pattern-based NLP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3D228F-477A-2987-A7AD-0BE21F923EC8}"/>
              </a:ext>
            </a:extLst>
          </p:cNvPr>
          <p:cNvSpPr txBox="1"/>
          <p:nvPr/>
        </p:nvSpPr>
        <p:spPr>
          <a:xfrm>
            <a:off x="8321040" y="2274570"/>
            <a:ext cx="3108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C107"/>
                </a:solidFill>
                <a:latin typeface="Calibri"/>
              </a:defRPr>
            </a:pPr>
            <a:r>
              <a:rPr sz="181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(TF-IDF)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9A3FFE-80E1-8490-D326-5FE7252C64A2}"/>
              </a:ext>
            </a:extLst>
          </p:cNvPr>
          <p:cNvSpPr txBox="1"/>
          <p:nvPr/>
        </p:nvSpPr>
        <p:spPr>
          <a:xfrm>
            <a:off x="731520" y="2731770"/>
            <a:ext cx="29260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pre-built dictionary of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sentiment scores.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 for social media / reviews.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389FD5-2B43-6B84-E7A6-7E8994EAB1B1}"/>
              </a:ext>
            </a:extLst>
          </p:cNvPr>
          <p:cNvSpPr txBox="1"/>
          <p:nvPr/>
        </p:nvSpPr>
        <p:spPr>
          <a:xfrm>
            <a:off x="640080" y="4469130"/>
            <a:ext cx="3108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6CCF2"/>
                </a:solidFill>
                <a:latin typeface="Calibri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training needed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9FCD43-5FD5-9589-9CB7-D0C71BAE0445}"/>
              </a:ext>
            </a:extLst>
          </p:cNvPr>
          <p:cNvSpPr txBox="1"/>
          <p:nvPr/>
        </p:nvSpPr>
        <p:spPr>
          <a:xfrm>
            <a:off x="4572000" y="2731770"/>
            <a:ext cx="292608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polarity (-1 to +1) and</a:t>
            </a:r>
            <a:b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subjectivity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 to 1)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text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patterns.</a:t>
            </a:r>
            <a:b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fast.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E75566-72CE-F083-67AD-1B586AB3B9B1}"/>
              </a:ext>
            </a:extLst>
          </p:cNvPr>
          <p:cNvSpPr txBox="1"/>
          <p:nvPr/>
        </p:nvSpPr>
        <p:spPr>
          <a:xfrm>
            <a:off x="4480560" y="4469130"/>
            <a:ext cx="3108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6CCF2"/>
                </a:solidFill>
                <a:latin typeface="Calibri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training needed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CDD65A-2869-1948-4C63-168A983D12DD}"/>
              </a:ext>
            </a:extLst>
          </p:cNvPr>
          <p:cNvSpPr txBox="1"/>
          <p:nvPr/>
        </p:nvSpPr>
        <p:spPr>
          <a:xfrm>
            <a:off x="8412480" y="2731770"/>
            <a:ext cx="292608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our review dataset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vectorizer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data.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9FFE90-3E1D-F218-791E-2DCA072649DC}"/>
              </a:ext>
            </a:extLst>
          </p:cNvPr>
          <p:cNvSpPr txBox="1"/>
          <p:nvPr/>
        </p:nvSpPr>
        <p:spPr>
          <a:xfrm>
            <a:off x="8321040" y="4469130"/>
            <a:ext cx="3108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6CCF2"/>
                </a:solidFill>
                <a:latin typeface="Calibri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75% data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64EDFF-FE23-AB3C-ACD9-F5307F0C3AA0}"/>
              </a:ext>
            </a:extLst>
          </p:cNvPr>
          <p:cNvSpPr txBox="1"/>
          <p:nvPr/>
        </p:nvSpPr>
        <p:spPr>
          <a:xfrm>
            <a:off x="4080510" y="5671721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Sentimental Models </a:t>
            </a:r>
          </a:p>
        </p:txBody>
      </p:sp>
    </p:spTree>
    <p:extLst>
      <p:ext uri="{BB962C8B-B14F-4D97-AF65-F5344CB8AC3E}">
        <p14:creationId xmlns:p14="http://schemas.microsoft.com/office/powerpoint/2010/main" val="17373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F593-DB55-477E-EF4E-21CD45AC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9EEC5029-21E3-F3F6-0523-CFB294DA6C0B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C50908C-2D22-76BF-0886-3ABF124A1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02111C-6E35-CA2B-6235-20DA2F641802}"/>
              </a:ext>
            </a:extLst>
          </p:cNvPr>
          <p:cNvSpPr txBox="1"/>
          <p:nvPr/>
        </p:nvSpPr>
        <p:spPr>
          <a:xfrm>
            <a:off x="3048000" y="42147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9E68-17A5-0F6E-82DB-C4005C8EB0F7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1F5D7875-274A-A8E8-9D83-152B0F454813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5F545-281A-B5C8-6C13-59D32E53F032}"/>
              </a:ext>
            </a:extLst>
          </p:cNvPr>
          <p:cNvSpPr txBox="1"/>
          <p:nvPr/>
        </p:nvSpPr>
        <p:spPr>
          <a:xfrm>
            <a:off x="731520" y="13716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on Accuracy, Precision, Recall, F1-Score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E9E0E9-938D-ED54-0189-9D1B60602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630296"/>
              </p:ext>
            </p:extLst>
          </p:nvPr>
        </p:nvGraphicFramePr>
        <p:xfrm>
          <a:off x="1371600" y="2286000"/>
          <a:ext cx="9144000" cy="235458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TextBlob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69DDCDF-762F-3524-0A15-0A8485F69600}"/>
              </a:ext>
            </a:extLst>
          </p:cNvPr>
          <p:cNvSpPr txBox="1"/>
          <p:nvPr/>
        </p:nvSpPr>
        <p:spPr>
          <a:xfrm>
            <a:off x="1186963" y="4679617"/>
            <a:ext cx="9418320" cy="92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lang="en-IN"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8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ogistic</a:t>
            </a:r>
            <a:r>
              <a:rPr lang="en-IN"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egression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evaluated on 25% test split  </a:t>
            </a:r>
            <a:endParaRPr lang="en-IN" sz="181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lang="en-IN"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5-Fold C</a:t>
            </a:r>
            <a:r>
              <a:rPr lang="en-IN"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ross 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18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alidation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Accuracy: ~0.80</a:t>
            </a:r>
            <a:b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VADER &amp; </a:t>
            </a:r>
            <a:r>
              <a:rPr sz="18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evaluated on full dataset</a:t>
            </a:r>
          </a:p>
        </p:txBody>
      </p:sp>
    </p:spTree>
    <p:extLst>
      <p:ext uri="{BB962C8B-B14F-4D97-AF65-F5344CB8AC3E}">
        <p14:creationId xmlns:p14="http://schemas.microsoft.com/office/powerpoint/2010/main" val="341824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197D-B59C-E238-15B1-457981EF1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804ED521-771E-4112-778A-D3D0299C5C26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7A0591A-5C19-8FD9-2040-2B1CC4181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44CBBA-07D6-E2EE-8615-DE9150578D45}"/>
              </a:ext>
            </a:extLst>
          </p:cNvPr>
          <p:cNvSpPr txBox="1"/>
          <p:nvPr/>
        </p:nvSpPr>
        <p:spPr>
          <a:xfrm>
            <a:off x="3048000" y="42147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B4792-EFE5-8F12-1164-E716A6B8E31C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79A2174F-9213-1D5F-FDA9-18D8B60BF90D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F96D29-B130-B62D-B82A-6D3CE4C5E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9"/>
          <a:stretch>
            <a:fillRect/>
          </a:stretch>
        </p:blipFill>
        <p:spPr>
          <a:xfrm>
            <a:off x="163677" y="1362103"/>
            <a:ext cx="5436772" cy="38385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1BD55-96FB-9641-539B-B7F940669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6"/>
          <a:stretch>
            <a:fillRect/>
          </a:stretch>
        </p:blipFill>
        <p:spPr>
          <a:xfrm>
            <a:off x="5631333" y="1305023"/>
            <a:ext cx="6396990" cy="41486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6673AD-9F9B-E357-FF60-BC6E6ED2B42F}"/>
              </a:ext>
            </a:extLst>
          </p:cNvPr>
          <p:cNvSpPr txBox="1"/>
          <p:nvPr/>
        </p:nvSpPr>
        <p:spPr>
          <a:xfrm>
            <a:off x="1093470" y="5315272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True Sentiment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99B86D-9365-6B9E-1C3D-38077BF199B0}"/>
              </a:ext>
            </a:extLst>
          </p:cNvPr>
          <p:cNvSpPr txBox="1"/>
          <p:nvPr/>
        </p:nvSpPr>
        <p:spPr>
          <a:xfrm>
            <a:off x="7189472" y="5527991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Sentiment by Restaurant </a:t>
            </a:r>
          </a:p>
        </p:txBody>
      </p:sp>
    </p:spTree>
    <p:extLst>
      <p:ext uri="{BB962C8B-B14F-4D97-AF65-F5344CB8AC3E}">
        <p14:creationId xmlns:p14="http://schemas.microsoft.com/office/powerpoint/2010/main" val="296317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840F-7B5D-1C7D-379E-51FB7C33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63E18329-3867-2780-77B3-DFE251DE26D3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998F466-2DA3-19A4-2D73-35C578E1E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4BAB33-7CC2-932C-ED48-24A956FB3453}"/>
              </a:ext>
            </a:extLst>
          </p:cNvPr>
          <p:cNvSpPr txBox="1"/>
          <p:nvPr/>
        </p:nvSpPr>
        <p:spPr>
          <a:xfrm>
            <a:off x="1590396" y="421470"/>
            <a:ext cx="901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2BF8F-ECAE-C60F-4ED2-2174629EE2DF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DFDE7CE0-CF85-C469-1D65-E5ABFE906E50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93814-29F8-0AD3-C01F-5E36D16B1E62}"/>
              </a:ext>
            </a:extLst>
          </p:cNvPr>
          <p:cNvSpPr txBox="1"/>
          <p:nvPr/>
        </p:nvSpPr>
        <p:spPr>
          <a:xfrm>
            <a:off x="55751" y="4974749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VADER (Confusion Matrix)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1B0B1-55A9-2EFA-9070-399E7ED19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5"/>
          <a:stretch>
            <a:fillRect/>
          </a:stretch>
        </p:blipFill>
        <p:spPr>
          <a:xfrm>
            <a:off x="256811" y="1516284"/>
            <a:ext cx="3708000" cy="3335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AD9DE-E407-F597-2B92-1B45A949B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2"/>
          <a:stretch>
            <a:fillRect/>
          </a:stretch>
        </p:blipFill>
        <p:spPr>
          <a:xfrm>
            <a:off x="4201155" y="1503984"/>
            <a:ext cx="3789688" cy="334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ADA3D4-EBF9-824A-83F2-89C8D4F5E8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2"/>
          <a:stretch>
            <a:fillRect/>
          </a:stretch>
        </p:blipFill>
        <p:spPr>
          <a:xfrm>
            <a:off x="8227187" y="1583372"/>
            <a:ext cx="3789688" cy="334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9AC075-D87B-57D4-22A6-90DE63818981}"/>
              </a:ext>
            </a:extLst>
          </p:cNvPr>
          <p:cNvSpPr txBox="1"/>
          <p:nvPr/>
        </p:nvSpPr>
        <p:spPr>
          <a:xfrm>
            <a:off x="3941593" y="4974749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(Confusion Matrix)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87F09-30F0-FEAE-35A3-03963972E8CB}"/>
              </a:ext>
            </a:extLst>
          </p:cNvPr>
          <p:cNvSpPr txBox="1"/>
          <p:nvPr/>
        </p:nvSpPr>
        <p:spPr>
          <a:xfrm>
            <a:off x="8167501" y="4974749"/>
            <a:ext cx="3909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Logistic Regression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(Confusion Matrix)</a:t>
            </a:r>
          </a:p>
        </p:txBody>
      </p:sp>
    </p:spTree>
    <p:extLst>
      <p:ext uri="{BB962C8B-B14F-4D97-AF65-F5344CB8AC3E}">
        <p14:creationId xmlns:p14="http://schemas.microsoft.com/office/powerpoint/2010/main" val="198190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1146-A442-3FA2-EF28-74963B2C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5EF3711E-FF85-B931-048C-00A4B28FCF5E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E17482C-017D-B255-374A-2FB67E454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6AB672-1221-9390-CC88-6F3DC8945D7C}"/>
              </a:ext>
            </a:extLst>
          </p:cNvPr>
          <p:cNvSpPr txBox="1"/>
          <p:nvPr/>
        </p:nvSpPr>
        <p:spPr>
          <a:xfrm>
            <a:off x="1590396" y="421470"/>
            <a:ext cx="901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E2056-C71C-B22D-E093-089F655A3FB0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17316918-6B94-675C-50D7-E3399C0EF5CE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CB3DB-7125-6F3B-35BC-2FD6A3A3B6E6}"/>
              </a:ext>
            </a:extLst>
          </p:cNvPr>
          <p:cNvSpPr txBox="1"/>
          <p:nvPr/>
        </p:nvSpPr>
        <p:spPr>
          <a:xfrm>
            <a:off x="3941593" y="5866289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8: Model Performance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A601A-2A63-326E-F27B-5C640444E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1"/>
          <a:stretch>
            <a:fillRect/>
          </a:stretch>
        </p:blipFill>
        <p:spPr>
          <a:xfrm>
            <a:off x="2230329" y="1245870"/>
            <a:ext cx="7731339" cy="462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87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F14D4-D597-CDE5-DFE2-7541F412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7A03F734-B8B7-584E-237E-73000026FC47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41414C2-908A-E56A-8688-C59FC23D5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4E707B-1D66-5210-0EFF-2220FE8F6705}"/>
              </a:ext>
            </a:extLst>
          </p:cNvPr>
          <p:cNvSpPr txBox="1"/>
          <p:nvPr/>
        </p:nvSpPr>
        <p:spPr>
          <a:xfrm>
            <a:off x="3048000" y="42147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RECOMMENDER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1B879-D13C-B4C6-9AA4-3F4A4B785A7E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0FA9FFCE-633D-920B-88F2-EEEE0C9CF11B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426C5-03F3-575A-1A60-CE3275D03B65}"/>
              </a:ext>
            </a:extLst>
          </p:cNvPr>
          <p:cNvSpPr txBox="1"/>
          <p:nvPr/>
        </p:nvSpPr>
        <p:spPr>
          <a:xfrm>
            <a:off x="575405" y="1371600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CLI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02D69-8B02-6019-E25B-5B26965FDDED}"/>
              </a:ext>
            </a:extLst>
          </p:cNvPr>
          <p:cNvSpPr txBox="1"/>
          <p:nvPr/>
        </p:nvSpPr>
        <p:spPr>
          <a:xfrm>
            <a:off x="575404" y="1732900"/>
            <a:ext cx="6137632" cy="346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User types a food (pizza, </a:t>
            </a:r>
            <a:r>
              <a:rPr sz="18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momos</a:t>
            </a: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coffee...)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System searches all reviews mentioning it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Computes sentiment per restaurant using all 3 models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sz="18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Ranks restaurants by combined score (0-10)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Formula: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56CCF2"/>
                </a:solidFill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= 0.4 x VADER + 0.3 x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+ 0.3 x LR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(normalized to 0-10 scale)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9DD7FF2-CD1B-D78C-EB51-F085605236D5}"/>
              </a:ext>
            </a:extLst>
          </p:cNvPr>
          <p:cNvSpPr/>
          <p:nvPr/>
        </p:nvSpPr>
        <p:spPr>
          <a:xfrm>
            <a:off x="6675113" y="1577340"/>
            <a:ext cx="5303520" cy="4114800"/>
          </a:xfrm>
          <a:prstGeom prst="roundRect">
            <a:avLst>
              <a:gd name="adj" fmla="val 11667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8FED1-A37C-D5DE-47F7-21EC550107A8}"/>
              </a:ext>
            </a:extLst>
          </p:cNvPr>
          <p:cNvSpPr txBox="1"/>
          <p:nvPr/>
        </p:nvSpPr>
        <p:spPr>
          <a:xfrm>
            <a:off x="6857993" y="1760220"/>
            <a:ext cx="49377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onsolas"/>
              </a:defRPr>
            </a:pP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 What do you want to eat?  pizza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&gt;&gt; Results for: "PIZZA"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[1st]  </a:t>
            </a:r>
            <a:r>
              <a:rPr sz="16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Imperfecto</a:t>
            </a: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Restro</a:t>
            </a: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Lounge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Combined Score: 8.7 / 10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Avg Rating: [****.]  (4.0)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VADER:  +0.844  |  </a:t>
            </a:r>
            <a:r>
              <a:rPr sz="16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+0.333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LR Positive Ratio: 100%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[2nd]  </a:t>
            </a:r>
            <a:r>
              <a:rPr sz="16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Lapinos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Combined Score: 7.4 / 10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Avg Rating: [****.]  (3.8)</a:t>
            </a:r>
            <a:br>
              <a:rPr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27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A03A-5B4F-C8BE-8722-7D4B09B9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4">
            <a:extLst>
              <a:ext uri="{FF2B5EF4-FFF2-40B4-BE49-F238E27FC236}">
                <a16:creationId xmlns:a16="http://schemas.microsoft.com/office/drawing/2014/main" id="{96CB0A1F-F6EC-198F-8B3F-4ECAB4AB7A7A}"/>
              </a:ext>
            </a:extLst>
          </p:cNvPr>
          <p:cNvSpPr txBox="1"/>
          <p:nvPr/>
        </p:nvSpPr>
        <p:spPr>
          <a:xfrm>
            <a:off x="567611" y="649332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Sikkim Manipal Institute of Technology,  SMU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425DD18-0374-A2F7-6119-F3706E4C8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5" y="6325983"/>
            <a:ext cx="1997990" cy="51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1C3025-6149-9940-8750-4DEACE4E0ED1}"/>
              </a:ext>
            </a:extLst>
          </p:cNvPr>
          <p:cNvSpPr txBox="1"/>
          <p:nvPr/>
        </p:nvSpPr>
        <p:spPr>
          <a:xfrm>
            <a:off x="3048000" y="42147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9170C-D628-F038-CAA5-4618BF512A0F}"/>
              </a:ext>
            </a:extLst>
          </p:cNvPr>
          <p:cNvSpPr txBox="1"/>
          <p:nvPr/>
        </p:nvSpPr>
        <p:spPr>
          <a:xfrm>
            <a:off x="11666815" y="632598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9D5AA769-0609-DC63-891C-814AEB0E9EE9}"/>
              </a:ext>
            </a:extLst>
          </p:cNvPr>
          <p:cNvSpPr/>
          <p:nvPr/>
        </p:nvSpPr>
        <p:spPr>
          <a:xfrm>
            <a:off x="1324303" y="9832"/>
            <a:ext cx="9143640" cy="27288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1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SENTIMENTAL ANALYSIS OF RESTAURANTS OF MAJITAR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1676A-497E-8C3C-886B-A34EC0F602C4}"/>
              </a:ext>
            </a:extLst>
          </p:cNvPr>
          <p:cNvSpPr txBox="1"/>
          <p:nvPr/>
        </p:nvSpPr>
        <p:spPr>
          <a:xfrm>
            <a:off x="731520" y="1394460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5C4D65-5E69-5721-AAC6-644C88D97022}"/>
              </a:ext>
            </a:extLst>
          </p:cNvPr>
          <p:cNvSpPr txBox="1"/>
          <p:nvPr/>
        </p:nvSpPr>
        <p:spPr>
          <a:xfrm>
            <a:off x="1188720" y="139446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performed best overall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EAE6D7-0FCF-2AD1-AA58-A6D99BFE5526}"/>
              </a:ext>
            </a:extLst>
          </p:cNvPr>
          <p:cNvSpPr txBox="1"/>
          <p:nvPr/>
        </p:nvSpPr>
        <p:spPr>
          <a:xfrm>
            <a:off x="1188720" y="176022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82.6% accuracy, 82.2% F1-score (strong generalization using supervised learning)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0D8782-730E-CD6F-C514-7716FBBA1D8B}"/>
              </a:ext>
            </a:extLst>
          </p:cNvPr>
          <p:cNvSpPr txBox="1"/>
          <p:nvPr/>
        </p:nvSpPr>
        <p:spPr>
          <a:xfrm>
            <a:off x="731520" y="2263140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6CCF2"/>
                </a:solidFill>
                <a:latin typeface="Calibri"/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FBABB7-266F-8CA4-83E3-29879A6C6C76}"/>
              </a:ext>
            </a:extLst>
          </p:cNvPr>
          <p:cNvSpPr txBox="1"/>
          <p:nvPr/>
        </p:nvSpPr>
        <p:spPr>
          <a:xfrm>
            <a:off x="1188720" y="226314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shows balanced performance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F1A27A-38FD-C46A-5790-5431E5A443EE}"/>
              </a:ext>
            </a:extLst>
          </p:cNvPr>
          <p:cNvSpPr txBox="1"/>
          <p:nvPr/>
        </p:nvSpPr>
        <p:spPr>
          <a:xfrm>
            <a:off x="1188720" y="26289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68.9% accuracy (effective lexicon based model without training)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3A630-2E2B-D116-F0FC-552760E62560}"/>
              </a:ext>
            </a:extLst>
          </p:cNvPr>
          <p:cNvSpPr txBox="1"/>
          <p:nvPr/>
        </p:nvSpPr>
        <p:spPr>
          <a:xfrm>
            <a:off x="731520" y="3131819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42343F-49FE-69E3-D12C-F3ED488FD759}"/>
              </a:ext>
            </a:extLst>
          </p:cNvPr>
          <p:cNvSpPr txBox="1"/>
          <p:nvPr/>
        </p:nvSpPr>
        <p:spPr>
          <a:xfrm>
            <a:off x="1188720" y="3131819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the weakest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C31000-36E3-EB54-0EB9-20087E943017}"/>
              </a:ext>
            </a:extLst>
          </p:cNvPr>
          <p:cNvSpPr txBox="1"/>
          <p:nvPr/>
        </p:nvSpPr>
        <p:spPr>
          <a:xfrm>
            <a:off x="1188720" y="349757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53.3% accuracy (limited capability in handling complex review sentiment)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980A74-6FE3-D586-0C9B-AEE1EABFB97F}"/>
              </a:ext>
            </a:extLst>
          </p:cNvPr>
          <p:cNvSpPr txBox="1"/>
          <p:nvPr/>
        </p:nvSpPr>
        <p:spPr>
          <a:xfrm>
            <a:off x="731520" y="4000500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A049ED-CEAE-2D32-157F-C06C0946C48B}"/>
              </a:ext>
            </a:extLst>
          </p:cNvPr>
          <p:cNvSpPr txBox="1"/>
          <p:nvPr/>
        </p:nvSpPr>
        <p:spPr>
          <a:xfrm>
            <a:off x="1188720" y="4000500"/>
            <a:ext cx="6755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scoring gives best recommendations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8456D-EC70-F52C-4FA0-91BE3FEB26CD}"/>
              </a:ext>
            </a:extLst>
          </p:cNvPr>
          <p:cNvSpPr txBox="1"/>
          <p:nvPr/>
        </p:nvSpPr>
        <p:spPr>
          <a:xfrm>
            <a:off x="1188720" y="436626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DD"/>
                </a:solidFill>
                <a:latin typeface="Calibri"/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Leveraging all 3 models produces more robust restaurant rankings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586DF-33FF-5DAD-6EE7-A7CF68F8A498}"/>
              </a:ext>
            </a:extLst>
          </p:cNvPr>
          <p:cNvSpPr txBox="1"/>
          <p:nvPr/>
        </p:nvSpPr>
        <p:spPr>
          <a:xfrm>
            <a:off x="689705" y="4926330"/>
            <a:ext cx="100584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LINK:</a:t>
            </a:r>
          </a:p>
          <a:p>
            <a:pPr>
              <a:defRPr sz="1600" b="0">
                <a:solidFill>
                  <a:srgbClr val="CCCCDD"/>
                </a:solidFill>
                <a:latin typeface="Calibri"/>
              </a:defRPr>
            </a:pP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https://github.com/Suhaniterway/sentiment-analysis-majitar</a:t>
            </a:r>
            <a:endParaRPr sz="19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38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5010</TotalTime>
  <Words>1078</Words>
  <Application>Microsoft Office PowerPoint</Application>
  <PresentationFormat>Widescreen</PresentationFormat>
  <Paragraphs>215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samiksha singh</dc:creator>
  <cp:lastModifiedBy>Sharad Terway</cp:lastModifiedBy>
  <cp:revision>17</cp:revision>
  <dcterms:created xsi:type="dcterms:W3CDTF">2025-10-16T03:45:20Z</dcterms:created>
  <dcterms:modified xsi:type="dcterms:W3CDTF">2026-04-26T05:39:16Z</dcterms:modified>
</cp:coreProperties>
</file>